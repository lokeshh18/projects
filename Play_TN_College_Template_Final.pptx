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1" r:id="rId2"/>
    <p:sldId id="258" r:id="rId3"/>
    <p:sldId id="270" r:id="rId4"/>
    <p:sldId id="271" r:id="rId5"/>
    <p:sldId id="272" r:id="rId6"/>
    <p:sldId id="273" r:id="rId7"/>
    <p:sldId id="274" r:id="rId8"/>
    <p:sldId id="275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8221"/>
    <a:srgbClr val="000B5D"/>
    <a:srgbClr val="A9AAAE"/>
    <a:srgbClr val="1C2A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668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AB75AC-AF49-4E5B-A560-16323D9DA607}" type="slidenum">
              <a:rPr lang="en-IN" smtClean="0"/>
              <a:t>‹#›</a:t>
            </a:fld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67C219-92B9-46B0-9600-5ABBD917FA6F}" type="datetimeFigureOut">
              <a:rPr lang="en-IN" smtClean="0"/>
              <a:t>27-02-2026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9095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0C4A3-E6F7-4730-A13D-A38DD671CDC4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363518-49CD-4027-8663-8EAA238F96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129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504CF1FB-4DEE-4F62-9617-FD27B1C24529}"/>
              </a:ext>
            </a:extLst>
          </p:cNvPr>
          <p:cNvSpPr/>
          <p:nvPr userDrawn="1"/>
        </p:nvSpPr>
        <p:spPr>
          <a:xfrm>
            <a:off x="-1" y="6782413"/>
            <a:ext cx="9474201" cy="92222"/>
          </a:xfrm>
          <a:prstGeom prst="rect">
            <a:avLst/>
          </a:prstGeom>
          <a:solidFill>
            <a:srgbClr val="F382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EC5D259-79CA-46AF-8EC7-393D34B6B4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3350" y="1191977"/>
            <a:ext cx="8143797" cy="575959"/>
          </a:xfrm>
        </p:spPr>
        <p:txBody>
          <a:bodyPr anchor="b">
            <a:noAutofit/>
          </a:bodyPr>
          <a:lstStyle>
            <a:lvl1pPr algn="l">
              <a:defRPr sz="3200" b="1">
                <a:solidFill>
                  <a:srgbClr val="000B5D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add Master title style</a:t>
            </a:r>
            <a:endParaRPr lang="en-IN" dirty="0"/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0" y="5936182"/>
            <a:ext cx="12192000" cy="0"/>
          </a:xfrm>
          <a:prstGeom prst="line">
            <a:avLst/>
          </a:prstGeom>
          <a:ln w="28575">
            <a:solidFill>
              <a:srgbClr val="A9AA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ubtitle 2"/>
          <p:cNvSpPr txBox="1">
            <a:spLocks/>
          </p:cNvSpPr>
          <p:nvPr userDrawn="1"/>
        </p:nvSpPr>
        <p:spPr>
          <a:xfrm>
            <a:off x="4093030" y="4962228"/>
            <a:ext cx="6332680" cy="6771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>
                <a:solidFill>
                  <a:schemeClr val="bg1"/>
                </a:solidFill>
              </a:rPr>
              <a:t>K.S.RANGASAMY</a:t>
            </a:r>
            <a:r>
              <a:rPr lang="en-US" sz="2200" b="1" baseline="0" dirty="0">
                <a:solidFill>
                  <a:schemeClr val="bg1"/>
                </a:solidFill>
              </a:rPr>
              <a:t> COLLEGE OF TECHNOLOGY </a:t>
            </a:r>
          </a:p>
          <a:p>
            <a:r>
              <a:rPr lang="en-US" sz="1800" b="1" baseline="0" dirty="0">
                <a:solidFill>
                  <a:schemeClr val="bg1"/>
                </a:solidFill>
              </a:rPr>
              <a:t>(Autonomous)</a:t>
            </a:r>
            <a:endParaRPr lang="en-IN" sz="1800" b="1" dirty="0">
              <a:solidFill>
                <a:schemeClr val="bg1"/>
              </a:solidFill>
            </a:endParaRP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40C63165-A391-4393-985D-7696AE760510}"/>
              </a:ext>
            </a:extLst>
          </p:cNvPr>
          <p:cNvSpPr txBox="1">
            <a:spLocks/>
          </p:cNvSpPr>
          <p:nvPr userDrawn="1"/>
        </p:nvSpPr>
        <p:spPr>
          <a:xfrm>
            <a:off x="4093030" y="6251947"/>
            <a:ext cx="1813963" cy="3366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dirty="0">
                <a:solidFill>
                  <a:schemeClr val="bg1"/>
                </a:solidFill>
              </a:rPr>
              <a:t>www.ksrct.ac.in</a:t>
            </a:r>
            <a:endParaRPr lang="en-IN" sz="1600" b="0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7E51A7-A4B6-4A3C-906D-6FB9399730FF}"/>
              </a:ext>
            </a:extLst>
          </p:cNvPr>
          <p:cNvSpPr/>
          <p:nvPr userDrawn="1"/>
        </p:nvSpPr>
        <p:spPr>
          <a:xfrm>
            <a:off x="9474201" y="0"/>
            <a:ext cx="2717800" cy="6858000"/>
          </a:xfrm>
          <a:prstGeom prst="rect">
            <a:avLst/>
          </a:prstGeom>
          <a:solidFill>
            <a:srgbClr val="1C2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43C49E6-4F34-4172-8C76-11DA24DEF408}"/>
              </a:ext>
            </a:extLst>
          </p:cNvPr>
          <p:cNvSpPr>
            <a:spLocks noChangeAspect="1"/>
          </p:cNvSpPr>
          <p:nvPr userDrawn="1"/>
        </p:nvSpPr>
        <p:spPr>
          <a:xfrm>
            <a:off x="8430612" y="2385911"/>
            <a:ext cx="2086179" cy="2086179"/>
          </a:xfrm>
          <a:prstGeom prst="ellipse">
            <a:avLst/>
          </a:prstGeom>
          <a:solidFill>
            <a:schemeClr val="bg1"/>
          </a:solidFill>
          <a:ln w="28575">
            <a:solidFill>
              <a:srgbClr val="F382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56F116E-5D05-462E-A9C8-9992B70868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56" r="26334" b="50687"/>
          <a:stretch/>
        </p:blipFill>
        <p:spPr>
          <a:xfrm>
            <a:off x="8616099" y="2643517"/>
            <a:ext cx="1744539" cy="1570967"/>
          </a:xfrm>
          <a:prstGeom prst="rect">
            <a:avLst/>
          </a:prstGeom>
        </p:spPr>
      </p:pic>
      <p:sp>
        <p:nvSpPr>
          <p:cNvPr id="17" name="Subtitle 2">
            <a:extLst>
              <a:ext uri="{FF2B5EF4-FFF2-40B4-BE49-F238E27FC236}">
                <a16:creationId xmlns:a16="http://schemas.microsoft.com/office/drawing/2014/main" id="{3B4A3536-71CD-4F93-91E3-12467C39525D}"/>
              </a:ext>
            </a:extLst>
          </p:cNvPr>
          <p:cNvSpPr txBox="1">
            <a:spLocks/>
          </p:cNvSpPr>
          <p:nvPr userDrawn="1"/>
        </p:nvSpPr>
        <p:spPr>
          <a:xfrm>
            <a:off x="573406" y="6204556"/>
            <a:ext cx="2197709" cy="34629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1C2A5F"/>
                </a:solidFill>
              </a:rPr>
              <a:t>www.ksrct.ac.in</a:t>
            </a:r>
            <a:endParaRPr lang="en-IN" sz="2000" b="1" dirty="0">
              <a:solidFill>
                <a:srgbClr val="1C2A5F"/>
              </a:solidFill>
            </a:endParaRP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D021A7B8-5FA3-4F5E-87B4-122CFDC24F92}"/>
              </a:ext>
            </a:extLst>
          </p:cNvPr>
          <p:cNvSpPr txBox="1">
            <a:spLocks/>
          </p:cNvSpPr>
          <p:nvPr userDrawn="1"/>
        </p:nvSpPr>
        <p:spPr>
          <a:xfrm>
            <a:off x="431599" y="4595242"/>
            <a:ext cx="7726882" cy="8315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1C2A5F"/>
                </a:solidFill>
              </a:rPr>
              <a:t>K.S.RANGASAMY</a:t>
            </a:r>
            <a:r>
              <a:rPr lang="en-US" sz="2400" b="1" baseline="0" dirty="0">
                <a:solidFill>
                  <a:srgbClr val="1C2A5F"/>
                </a:solidFill>
              </a:rPr>
              <a:t> COLLEGE OF TECHNOLOGY </a:t>
            </a:r>
          </a:p>
          <a:p>
            <a:r>
              <a:rPr lang="en-US" sz="1800" b="1" baseline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(Autonomous)</a:t>
            </a:r>
            <a:endParaRPr lang="en-IN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8EF89A7-2EC3-4C2F-8CD5-38EBD9C9E7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93"/>
          <a:stretch/>
        </p:blipFill>
        <p:spPr>
          <a:xfrm rot="5400000">
            <a:off x="10701751" y="908991"/>
            <a:ext cx="401380" cy="77130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8697074-93F8-40F8-8E14-4CE66307DCE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1036" y="5731534"/>
            <a:ext cx="1624130" cy="331845"/>
          </a:xfrm>
          <a:prstGeom prst="rect">
            <a:avLst/>
          </a:prstGeom>
        </p:spPr>
      </p:pic>
      <p:sp>
        <p:nvSpPr>
          <p:cNvPr id="27" name="Rounded Rectangle 21">
            <a:extLst>
              <a:ext uri="{FF2B5EF4-FFF2-40B4-BE49-F238E27FC236}">
                <a16:creationId xmlns:a16="http://schemas.microsoft.com/office/drawing/2014/main" id="{66B86EF8-DB93-4781-B3FA-DD81D492F90C}"/>
              </a:ext>
            </a:extLst>
          </p:cNvPr>
          <p:cNvSpPr/>
          <p:nvPr userDrawn="1"/>
        </p:nvSpPr>
        <p:spPr>
          <a:xfrm>
            <a:off x="454594" y="6164905"/>
            <a:ext cx="64800" cy="406800"/>
          </a:xfrm>
          <a:prstGeom prst="roundRect">
            <a:avLst/>
          </a:prstGeom>
          <a:solidFill>
            <a:srgbClr val="A9AA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33">
            <a:extLst>
              <a:ext uri="{FF2B5EF4-FFF2-40B4-BE49-F238E27FC236}">
                <a16:creationId xmlns:a16="http://schemas.microsoft.com/office/drawing/2014/main" id="{8DDD73EE-23E8-462A-BC92-730C6313E4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47267" y="6190305"/>
            <a:ext cx="2305140" cy="401317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latin typeface="Trebuchet MS" panose="020B0603020202020204" pitchFamily="34" charset="0"/>
              </a:defRPr>
            </a:lvl1pPr>
          </a:lstStyle>
          <a:p>
            <a:pPr lvl="0"/>
            <a:r>
              <a:rPr lang="en-US" dirty="0"/>
              <a:t>Click to add date</a:t>
            </a:r>
            <a:endParaRPr lang="en-IN" dirty="0"/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4BD73942-97CD-4497-8A61-44BF739260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4331" y="3522026"/>
            <a:ext cx="5964723" cy="424306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rgbClr val="F38221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Presenter Name</a:t>
            </a:r>
            <a:endParaRPr lang="en-IN" dirty="0"/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D74FE863-7610-4877-9C83-5B3B1995EF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6194" y="4093423"/>
            <a:ext cx="5940998" cy="362947"/>
          </a:xfrm>
        </p:spPr>
        <p:txBody>
          <a:bodyPr>
            <a:normAutofit/>
          </a:bodyPr>
          <a:lstStyle>
            <a:lvl1pPr marL="0" indent="0">
              <a:buNone/>
              <a:defRPr sz="1900" baseline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pPr lvl="0"/>
            <a:r>
              <a:rPr lang="en-US" dirty="0"/>
              <a:t>Click to add Department</a:t>
            </a:r>
            <a:endParaRPr lang="en-IN" dirty="0"/>
          </a:p>
        </p:txBody>
      </p:sp>
      <p:sp>
        <p:nvSpPr>
          <p:cNvPr id="39" name="Rounded Rectangle 21">
            <a:extLst>
              <a:ext uri="{FF2B5EF4-FFF2-40B4-BE49-F238E27FC236}">
                <a16:creationId xmlns:a16="http://schemas.microsoft.com/office/drawing/2014/main" id="{E6A548E4-D588-481A-ADE5-309DF80093C2}"/>
              </a:ext>
            </a:extLst>
          </p:cNvPr>
          <p:cNvSpPr/>
          <p:nvPr userDrawn="1"/>
        </p:nvSpPr>
        <p:spPr>
          <a:xfrm>
            <a:off x="490342" y="1132961"/>
            <a:ext cx="136191" cy="704097"/>
          </a:xfrm>
          <a:prstGeom prst="roundRect">
            <a:avLst/>
          </a:prstGeom>
          <a:solidFill>
            <a:srgbClr val="F382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B51DC79-A4CE-4981-B142-8D9D7B73052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-11976"/>
            <a:ext cx="3544389" cy="26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493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/>
          <p:cNvSpPr/>
          <p:nvPr userDrawn="1"/>
        </p:nvSpPr>
        <p:spPr>
          <a:xfrm>
            <a:off x="1" y="3598605"/>
            <a:ext cx="537328" cy="1917291"/>
          </a:xfrm>
          <a:prstGeom prst="rect">
            <a:avLst/>
          </a:prstGeom>
          <a:solidFill>
            <a:srgbClr val="F382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itle 1"/>
          <p:cNvSpPr>
            <a:spLocks noGrp="1"/>
          </p:cNvSpPr>
          <p:nvPr>
            <p:ph type="title"/>
          </p:nvPr>
        </p:nvSpPr>
        <p:spPr>
          <a:xfrm>
            <a:off x="763570" y="3608436"/>
            <a:ext cx="8502349" cy="765995"/>
          </a:xfrm>
        </p:spPr>
        <p:txBody>
          <a:bodyPr>
            <a:normAutofit/>
          </a:bodyPr>
          <a:lstStyle>
            <a:lvl1pPr algn="l">
              <a:defRPr sz="3200" b="1" baseline="0">
                <a:solidFill>
                  <a:srgbClr val="000B5D"/>
                </a:solidFill>
                <a:latin typeface="Trebuchet MS" panose="020B0603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solidFill>
            <a:srgbClr val="1C2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11280" y="6136808"/>
            <a:ext cx="680720" cy="584667"/>
          </a:xfrm>
          <a:prstGeom prst="rect">
            <a:avLst/>
          </a:prstGeom>
        </p:spPr>
      </p:pic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63680" y="6350000"/>
            <a:ext cx="503158" cy="35051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ED0A4932-3B2E-45C6-B621-E5DE29EAC2D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5" name="Rectangle 14"/>
          <p:cNvSpPr/>
          <p:nvPr userDrawn="1"/>
        </p:nvSpPr>
        <p:spPr>
          <a:xfrm>
            <a:off x="9448800" y="3598604"/>
            <a:ext cx="2743200" cy="1917291"/>
          </a:xfrm>
          <a:prstGeom prst="rect">
            <a:avLst/>
          </a:prstGeom>
          <a:solidFill>
            <a:srgbClr val="1C2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Connector 15"/>
          <p:cNvCxnSpPr>
            <a:cxnSpLocks/>
          </p:cNvCxnSpPr>
          <p:nvPr userDrawn="1"/>
        </p:nvCxnSpPr>
        <p:spPr>
          <a:xfrm>
            <a:off x="763571" y="4707993"/>
            <a:ext cx="8502349" cy="0"/>
          </a:xfrm>
          <a:prstGeom prst="line">
            <a:avLst/>
          </a:prstGeom>
          <a:ln w="28575">
            <a:solidFill>
              <a:srgbClr val="A9AA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 userDrawn="1"/>
        </p:nvPicPr>
        <p:blipFill rotWithShape="1">
          <a:blip r:embed="rId3"/>
          <a:srcRect t="4364" r="2963" b="-1"/>
          <a:stretch/>
        </p:blipFill>
        <p:spPr>
          <a:xfrm>
            <a:off x="9988826" y="14151"/>
            <a:ext cx="2203174" cy="1514041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116034"/>
            <a:ext cx="972231" cy="913203"/>
          </a:xfrm>
          <a:prstGeom prst="rect">
            <a:avLst/>
          </a:prstGeom>
        </p:spPr>
      </p:pic>
      <p:sp>
        <p:nvSpPr>
          <p:cNvPr id="22" name="Text Placeholder 33"/>
          <p:cNvSpPr>
            <a:spLocks noGrp="1"/>
          </p:cNvSpPr>
          <p:nvPr>
            <p:ph type="body" sz="quarter" idx="15" hasCustomPrompt="1"/>
          </p:nvPr>
        </p:nvSpPr>
        <p:spPr>
          <a:xfrm>
            <a:off x="763571" y="4994365"/>
            <a:ext cx="8502349" cy="460582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latin typeface="Trebuchet MS" panose="020B0603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17A328-A301-4B1E-8636-F7A2FA5378D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-11976"/>
            <a:ext cx="3544389" cy="26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669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4813" y="550216"/>
            <a:ext cx="9414013" cy="765995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000B5D"/>
                </a:solidFill>
                <a:latin typeface="Trebuchet MS" panose="020B0603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812" y="1726770"/>
            <a:ext cx="10936467" cy="4396635"/>
          </a:xfrm>
        </p:spPr>
        <p:txBody>
          <a:bodyPr>
            <a:normAutofit/>
          </a:bodyPr>
          <a:lstStyle>
            <a:lvl1pPr>
              <a:lnSpc>
                <a:spcPts val="2880"/>
              </a:lnSpc>
              <a:defRPr sz="2400">
                <a:latin typeface="Trebuchet MS" panose="020B0603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lnSpc>
                <a:spcPts val="2880"/>
              </a:lnSpc>
              <a:defRPr sz="2000">
                <a:latin typeface="Trebuchet MS" panose="020B0603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lnSpc>
                <a:spcPts val="2880"/>
              </a:lnSpc>
              <a:defRPr sz="1800">
                <a:latin typeface="Trebuchet MS" panose="020B0603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lnSpc>
                <a:spcPts val="2880"/>
              </a:lnSpc>
              <a:defRPr sz="1600">
                <a:latin typeface="Trebuchet MS" panose="020B0603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lnSpc>
                <a:spcPts val="2880"/>
              </a:lnSpc>
              <a:defRPr sz="1600">
                <a:latin typeface="Trebuchet MS" panose="020B0603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 rotWithShape="1">
          <a:blip r:embed="rId2"/>
          <a:srcRect t="4364" r="2963" b="-1"/>
          <a:stretch/>
        </p:blipFill>
        <p:spPr>
          <a:xfrm>
            <a:off x="9988826" y="14151"/>
            <a:ext cx="2203174" cy="151404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116034"/>
            <a:ext cx="972231" cy="913203"/>
          </a:xfrm>
          <a:prstGeom prst="rect">
            <a:avLst/>
          </a:prstGeom>
        </p:spPr>
      </p:pic>
      <p:sp>
        <p:nvSpPr>
          <p:cNvPr id="29" name="Rectangle 28"/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solidFill>
            <a:srgbClr val="1C2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511280" y="6136808"/>
            <a:ext cx="680720" cy="584667"/>
          </a:xfrm>
          <a:prstGeom prst="rect">
            <a:avLst/>
          </a:prstGeom>
        </p:spPr>
      </p:pic>
      <p:sp>
        <p:nvSpPr>
          <p:cNvPr id="31" name="Rounded Rectangle 30"/>
          <p:cNvSpPr/>
          <p:nvPr userDrawn="1"/>
        </p:nvSpPr>
        <p:spPr>
          <a:xfrm>
            <a:off x="698500" y="1349372"/>
            <a:ext cx="906463" cy="54603"/>
          </a:xfrm>
          <a:prstGeom prst="roundRect">
            <a:avLst>
              <a:gd name="adj" fmla="val 50000"/>
            </a:avLst>
          </a:prstGeom>
          <a:solidFill>
            <a:srgbClr val="A9AA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ACA9FEA-5CEE-4F7A-A457-1CCAE5DF704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-11976"/>
            <a:ext cx="3544389" cy="266366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37B0786-1107-4794-B9A1-D62C76F8F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3680" y="6350000"/>
            <a:ext cx="503158" cy="350512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fld id="{ED0A4932-3B2E-45C6-B621-E5DE29EAC2DE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A89405C6-6DC8-4382-BC34-8D5DFB1792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7626" y="6335387"/>
            <a:ext cx="2743200" cy="365125"/>
          </a:xfrm>
        </p:spPr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99538A48-E6DB-463C-8094-5B83EB630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515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4813" y="1555216"/>
            <a:ext cx="5472026" cy="4563319"/>
          </a:xfrm>
        </p:spPr>
        <p:txBody>
          <a:bodyPr>
            <a:normAutofit/>
          </a:bodyPr>
          <a:lstStyle>
            <a:lvl1pPr>
              <a:defRPr sz="2400">
                <a:latin typeface="Trebuchet MS" panose="020B0603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Trebuchet MS" panose="020B0603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Trebuchet MS" panose="020B0603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Trebuchet MS" panose="020B0603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Trebuchet MS" panose="020B0603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9173" y="1549857"/>
            <a:ext cx="5480711" cy="4563319"/>
          </a:xfrm>
        </p:spPr>
        <p:txBody>
          <a:bodyPr>
            <a:normAutofit/>
          </a:bodyPr>
          <a:lstStyle>
            <a:lvl1pPr>
              <a:defRPr sz="2400">
                <a:latin typeface="Trebuchet MS" panose="020B0603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Trebuchet MS" panose="020B0603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Trebuchet MS" panose="020B0603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Trebuchet MS" panose="020B0603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Trebuchet MS" panose="020B0603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7626" y="6335387"/>
            <a:ext cx="2743200" cy="365125"/>
          </a:xfrm>
        </p:spPr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endParaRPr lang="en-IN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74813" y="550216"/>
            <a:ext cx="9414013" cy="765995"/>
          </a:xfrm>
        </p:spPr>
        <p:txBody>
          <a:bodyPr>
            <a:normAutofit/>
          </a:bodyPr>
          <a:lstStyle>
            <a:lvl1pPr>
              <a:defRPr sz="3200">
                <a:solidFill>
                  <a:srgbClr val="000B5D"/>
                </a:solidFill>
                <a:latin typeface="Trebuchet MS" panose="020B0603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Master title style</a:t>
            </a:r>
            <a:endParaRPr lang="en-IN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2"/>
          <a:srcRect t="4364" r="2963" b="-1"/>
          <a:stretch/>
        </p:blipFill>
        <p:spPr>
          <a:xfrm>
            <a:off x="9988826" y="14151"/>
            <a:ext cx="2203174" cy="151404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116034"/>
            <a:ext cx="972231" cy="91320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511280" y="6136808"/>
            <a:ext cx="680720" cy="58466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7D7F617-22AE-45E1-B868-6BCDD9387FF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-11976"/>
            <a:ext cx="3544389" cy="266366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515DC45-FFC2-4242-AAD1-C20D321863E9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solidFill>
            <a:srgbClr val="1C2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D2FC8B40-DFEC-47A6-ADB6-961A308CF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3680" y="6350000"/>
            <a:ext cx="503158" cy="35051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ED0A4932-3B2E-45C6-B621-E5DE29EAC2D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159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/>
          <p:cNvSpPr/>
          <p:nvPr userDrawn="1"/>
        </p:nvSpPr>
        <p:spPr>
          <a:xfrm>
            <a:off x="0" y="4556034"/>
            <a:ext cx="12192000" cy="2175600"/>
          </a:xfrm>
          <a:prstGeom prst="rect">
            <a:avLst/>
          </a:prstGeom>
          <a:solidFill>
            <a:srgbClr val="1C2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itle 1"/>
          <p:cNvSpPr>
            <a:spLocks noGrp="1"/>
          </p:cNvSpPr>
          <p:nvPr>
            <p:ph type="title"/>
          </p:nvPr>
        </p:nvSpPr>
        <p:spPr>
          <a:xfrm>
            <a:off x="439064" y="1707178"/>
            <a:ext cx="11313872" cy="765995"/>
          </a:xfrm>
        </p:spPr>
        <p:txBody>
          <a:bodyPr>
            <a:normAutofit/>
          </a:bodyPr>
          <a:lstStyle>
            <a:lvl1pPr algn="ctr">
              <a:defRPr sz="4400" b="1" baseline="0">
                <a:solidFill>
                  <a:srgbClr val="000B5D"/>
                </a:solidFill>
                <a:latin typeface="Trebuchet MS" panose="020B0603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48" name="Rectangle 47"/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Subtitle 2"/>
          <p:cNvSpPr txBox="1">
            <a:spLocks/>
          </p:cNvSpPr>
          <p:nvPr userDrawn="1"/>
        </p:nvSpPr>
        <p:spPr>
          <a:xfrm>
            <a:off x="1971368" y="4748566"/>
            <a:ext cx="8249264" cy="1353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K.S.RANGASAMY</a:t>
            </a:r>
            <a:r>
              <a:rPr lang="en-US" sz="2800" b="1" baseline="0" dirty="0">
                <a:solidFill>
                  <a:schemeClr val="bg1"/>
                </a:solidFill>
              </a:rPr>
              <a:t> COLLEGE OF TECHNOLOGY </a:t>
            </a:r>
          </a:p>
          <a:p>
            <a:pPr algn="ctr"/>
            <a:r>
              <a:rPr lang="en-US" sz="1600" b="1" baseline="0" dirty="0">
                <a:solidFill>
                  <a:schemeClr val="bg1"/>
                </a:solidFill>
              </a:rPr>
              <a:t>(Autonomous)</a:t>
            </a:r>
          </a:p>
          <a:p>
            <a:pPr algn="ctr"/>
            <a:r>
              <a:rPr lang="en-US" sz="1600" b="1" baseline="0" dirty="0">
                <a:solidFill>
                  <a:schemeClr val="bg1"/>
                </a:solidFill>
              </a:rPr>
              <a:t>Tiruchengode – 637 215. </a:t>
            </a:r>
            <a:r>
              <a:rPr lang="en-US" sz="1600" b="1" baseline="0" dirty="0" err="1">
                <a:solidFill>
                  <a:schemeClr val="bg1"/>
                </a:solidFill>
              </a:rPr>
              <a:t>Namakkal</a:t>
            </a:r>
            <a:r>
              <a:rPr lang="en-US" sz="1600" b="1" baseline="0" dirty="0">
                <a:solidFill>
                  <a:schemeClr val="bg1"/>
                </a:solidFill>
              </a:rPr>
              <a:t> Dt. Tamil Nadu. India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51" name="Subtitle 2"/>
          <p:cNvSpPr txBox="1">
            <a:spLocks/>
          </p:cNvSpPr>
          <p:nvPr userDrawn="1"/>
        </p:nvSpPr>
        <p:spPr>
          <a:xfrm>
            <a:off x="451408" y="6173547"/>
            <a:ext cx="1813963" cy="3197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dirty="0">
                <a:solidFill>
                  <a:schemeClr val="bg1"/>
                </a:solidFill>
              </a:rPr>
              <a:t>www.ksrct.ac.in</a:t>
            </a:r>
            <a:endParaRPr lang="en-IN" sz="1600" b="0" dirty="0">
              <a:solidFill>
                <a:schemeClr val="bg1"/>
              </a:solidFill>
            </a:endParaRPr>
          </a:p>
        </p:txBody>
      </p:sp>
      <p:sp>
        <p:nvSpPr>
          <p:cNvPr id="52" name="Subtitle 2"/>
          <p:cNvSpPr txBox="1">
            <a:spLocks/>
          </p:cNvSpPr>
          <p:nvPr userDrawn="1"/>
        </p:nvSpPr>
        <p:spPr>
          <a:xfrm>
            <a:off x="10717161" y="6182938"/>
            <a:ext cx="1283021" cy="402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dirty="0">
                <a:solidFill>
                  <a:schemeClr val="bg1"/>
                </a:solidFill>
              </a:rPr>
              <a:t>/ksrct1994</a:t>
            </a:r>
            <a:endParaRPr lang="en-IN" sz="1600" b="0" dirty="0">
              <a:solidFill>
                <a:schemeClr val="bg1"/>
              </a:solidFill>
            </a:endParaRPr>
          </a:p>
        </p:txBody>
      </p:sp>
      <p:pic>
        <p:nvPicPr>
          <p:cNvPr id="53" name="Picture 5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5201" y="6197233"/>
            <a:ext cx="1282035" cy="272404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56" r="26334" b="50687"/>
          <a:stretch/>
        </p:blipFill>
        <p:spPr>
          <a:xfrm>
            <a:off x="5399226" y="3086079"/>
            <a:ext cx="1393548" cy="1254898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04"/>
          <a:stretch/>
        </p:blipFill>
        <p:spPr>
          <a:xfrm flipV="1">
            <a:off x="10735934" y="522077"/>
            <a:ext cx="771302" cy="4617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AEBA141-EE25-46E3-8F08-D8BF5D4F33F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-11976"/>
            <a:ext cx="3544389" cy="26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127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A4932-3B2E-45C6-B621-E5DE29EAC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97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5" r:id="rId2"/>
    <p:sldLayoutId id="2147483650" r:id="rId3"/>
    <p:sldLayoutId id="2147483652" r:id="rId4"/>
    <p:sldLayoutId id="2147483654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C7C71A74-EC5E-44D9-8C40-3FCCA0C288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350" y="1078029"/>
            <a:ext cx="8143797" cy="1366788"/>
          </a:xfrm>
        </p:spPr>
        <p:txBody>
          <a:bodyPr/>
          <a:lstStyle/>
          <a:p>
            <a:r>
              <a:rPr lang="en-US" dirty="0">
                <a:latin typeface="Trebuchet MS"/>
              </a:rPr>
              <a:t>PLAY TN
An Open Public Sports Match Registration Platform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3B2D788-55F8-4D77-BCDE-D60BEF136A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28/02/2026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407D5186-5698-4CDD-BD44-E4EE4D17D2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331" y="2930766"/>
            <a:ext cx="5964723" cy="1201159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Submitted by:</a:t>
            </a:r>
          </a:p>
          <a:p>
            <a:r>
              <a:rPr lang="en-US" dirty="0"/>
              <a:t>Lokesh S  (2303737714821020)</a:t>
            </a:r>
            <a:br>
              <a:rPr lang="en-US" dirty="0"/>
            </a:br>
            <a:r>
              <a:rPr lang="en-US" dirty="0"/>
              <a:t>Raghav V  (2303737714821032)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Course: Web Technology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656355E-4F9B-45B1-B8E0-6FF6562932C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331" y="4131925"/>
            <a:ext cx="5940998" cy="362947"/>
          </a:xfrm>
        </p:spPr>
        <p:txBody>
          <a:bodyPr/>
          <a:lstStyle/>
          <a:p>
            <a:r>
              <a:rPr lang="en-US" dirty="0"/>
              <a:t>CSE(Artificial Intelligence &amp;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288714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rebuchet MS"/>
              </a:rPr>
              <a:t>Problem Identification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>
                <a:latin typeface="Trebuchet MS"/>
              </a:rPr>
              <a:t>• Sports matches are not properly advertised
• Information scattered in posters &amp; WhatsApp
• Players miss participation opportunities
• Manual registration process</a:t>
            </a:r>
          </a:p>
          <a:p>
            <a:r>
              <a:rPr lang="en-US" sz="2000" dirty="0">
                <a:latin typeface="Trebuchet MS"/>
              </a:rPr>
              <a:t>Need: Centralized digital platform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423638" y="6335387"/>
            <a:ext cx="2743200" cy="365125"/>
          </a:xfrm>
        </p:spPr>
        <p:txBody>
          <a:bodyPr/>
          <a:lstStyle/>
          <a:p>
            <a:fld id="{ED0A4932-3B2E-45C6-B621-E5DE29EAC2DE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910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F496B-7BA4-CB69-094B-B776446A2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rebuchet MS"/>
              </a:rPr>
              <a:t>Innovation / Creativity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BBE28-7348-8961-4DDB-6483780AD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rebuchet MS"/>
              </a:rPr>
              <a:t>• Single platform for all sports
• Covers all districts of Tamil Nadu
• Open public access
• Digital registration system
Unique district-wise match discovery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C5EB6-560D-0BA2-C151-85383F563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A4932-3B2E-45C6-B621-E5DE29EAC2DE}" type="slidenum">
              <a:rPr lang="en-IN" smtClean="0"/>
              <a:pPr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19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2908C-F6CC-4969-FA07-83CEF7C28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rebuchet MS"/>
              </a:rPr>
              <a:t>Proposed Solution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6631F-6D38-0FE6-1866-1F1BC5888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rebuchet MS"/>
              </a:rPr>
              <a:t>• Web-based sports match platform
• Displays match details clearly
• Online player registration
• Easy navigation
Outcome: Increased participation &amp; reach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B20D9-CCD5-7B6D-A5C5-79B80F7CB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A4932-3B2E-45C6-B621-E5DE29EAC2DE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9175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217EA-3B7A-A4AB-F1D5-A08E140B0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rebuchet MS"/>
              </a:rPr>
              <a:t>System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7FFF0-51A4-D3D2-2F91-6264B9AD8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813" y="1553516"/>
            <a:ext cx="10936467" cy="44237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Trebuchet MS"/>
              </a:rPr>
              <a:t>User
↓
Web Browser
↓
HTML – Structure
CSS &amp; Bootstrap – Design
JavaScript – Interaction
Static Frontend Application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1341F-1D75-6C08-D1D6-9ECC6345D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A4932-3B2E-45C6-B621-E5DE29EAC2DE}" type="slidenum">
              <a:rPr lang="en-IN" smtClean="0"/>
              <a:pPr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3665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6F9AD-BB10-0ED0-5DDF-F4B75690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rebuchet MS"/>
              </a:rPr>
              <a:t>Modules &amp; Demo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71EE7-961A-7035-DFB8-A0A3F6D9F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rebuchet MS"/>
              </a:rPr>
              <a:t>1. Home Page – Platform overview
2. Match Listing – Upcoming events
3. Registration Form – Player details
4. Alert Message – Confirmation
Demo: View → Register → Success Alert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C8B88-CB0D-9CA2-EEDF-EFB1B83E4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A4932-3B2E-45C6-B621-E5DE29EAC2DE}" type="slidenum">
              <a:rPr lang="en-IN" smtClean="0"/>
              <a:pPr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829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D8C2D-AC27-4581-0488-D104E578E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rebuchet MS"/>
              </a:rPr>
              <a:t>Advantages &amp; Future Enhancements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89AA4-1181-A148-8C95-6A3DEBF1F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Trebuchet MS"/>
              </a:rPr>
              <a:t>Advantages:
• Easy to use
• Time-saving
• Centralized platform
Future Enhancements:
• Backend &amp; Database
• Online payments
• AI recommendations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F0F77-8F42-170F-63EF-36450E5BC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A4932-3B2E-45C6-B621-E5DE29EAC2DE}" type="slidenum">
              <a:rPr lang="en-IN" smtClean="0"/>
              <a:pPr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5463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23AEE-2079-36F8-6C25-FC4A3046A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rebuchet MS"/>
              </a:rPr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36E2A-32D3-6C31-D491-793C18EBE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rebuchet MS"/>
              </a:rPr>
              <a:t>• Solves real-world sports management problem
• Meets Web Technology objectives
• Scalable for future expansion</a:t>
            </a:r>
          </a:p>
          <a:p>
            <a:r>
              <a:rPr lang="en-US" dirty="0">
                <a:latin typeface="Trebuchet MS"/>
              </a:rPr>
              <a:t>Chances of making it into a Start-up pitch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9B4CF-0BB1-32E7-D1C0-0611DBA19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A4932-3B2E-45C6-B621-E5DE29EAC2DE}" type="slidenum">
              <a:rPr lang="en-IN" smtClean="0"/>
              <a:pPr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5385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328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3024</TotalTime>
  <Words>279</Words>
  <Application>Microsoft Office PowerPoint</Application>
  <PresentationFormat>Widescreen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Trebuchet MS</vt:lpstr>
      <vt:lpstr>Office Theme</vt:lpstr>
      <vt:lpstr>PLAY TN
An Open Public Sports Match Registration Platform</vt:lpstr>
      <vt:lpstr>Problem Identification</vt:lpstr>
      <vt:lpstr>Innovation / Creativity</vt:lpstr>
      <vt:lpstr>Proposed Solution</vt:lpstr>
      <vt:lpstr>System Architecture</vt:lpstr>
      <vt:lpstr>Modules &amp; Demo</vt:lpstr>
      <vt:lpstr>Advantages &amp; Future Enhancements</vt:lpstr>
      <vt:lpstr>Conclusion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M.KATHIRSELVAM</dc:creator>
  <cp:lastModifiedBy>Lokesh S</cp:lastModifiedBy>
  <cp:revision>39</cp:revision>
  <dcterms:created xsi:type="dcterms:W3CDTF">2025-04-10T02:09:38Z</dcterms:created>
  <dcterms:modified xsi:type="dcterms:W3CDTF">2026-02-27T17:53:11Z</dcterms:modified>
</cp:coreProperties>
</file>